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B3234-4009-493E-2B12-2B952CCB5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5958B3-61C3-8FC7-F914-CEA0F8554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97849D-2E99-B9F6-2D27-2DCDCE91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4B0617-AE2D-7A41-6765-C0F63FBB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A9D9E-2072-A950-AEB2-540D7083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819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F08A8-A345-EAB4-3274-4BFFC0D7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A8348E-0C08-2933-ED6A-8797B02F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131192-D53A-52F2-9BB3-C75FF7C1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260C82-DB4C-FB80-27BF-4CB8A505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E2903-354E-2703-66E9-7CF75E19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337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A8316-BCD3-CD71-A326-A8A58264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315AAA-EF31-1A96-4C4F-E205EE4B5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EE0B78-8AC7-F23D-B94F-DDF27EF2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66E079-3CB1-062E-EC9F-81E503ED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299FD-69AB-2736-5CBB-3FF6B5AB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0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EC027-DDBB-36A9-9A35-5709144A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E789A3-95D7-F4F3-7CB7-EEA6F07AB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052CD3-23CA-C503-EBEF-93FED3B8A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EC5E41-0369-793A-2CD8-59240693E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A4D7FD-BC5A-5E3E-F96C-ABDF6BD0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1A317D-70F2-1C6C-69C9-DB92FBF34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1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EC6464-8A69-03B8-256E-8AEBC185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8AA04B-E270-4227-3C34-8C73F46B5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E2047F-3F2A-76C0-F626-ABA0D3FB5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6759EC-6042-4BE2-348D-147DE5E58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83B9E9-2BE4-22DE-E888-7C113DDAE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D5E09-D2C5-A2B0-C5F6-7EC63A9D9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2B46A6-00A0-B66B-EC05-EA52649A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DDA71A-BE60-9A5E-7E4B-B3C6EFA4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8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8AFDA-D06C-474C-304A-97E0C3EA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E3F0C6-835E-20F8-BF0E-5EB87E0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5DECF1-173D-3B1B-71E0-01D192FA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EA1AC4-AF4D-3069-3DD4-3DAFB67F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37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147C8-1001-47C1-96A1-4C6C0DFC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1E465D-F271-580B-14AA-84FA3058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55B88-6A5C-49AA-AA26-6B2F4107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63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59889-FE99-5503-99DB-7793EDFE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D38FA-9EFA-9575-D266-746BB9925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B7325F-6FA7-4B9F-E160-D2AB0A687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13D3DE-C9D5-24E9-5B5E-F2762FC7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82D7D2-38BB-E485-1F01-39274A6B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67C1C8-44B0-A105-C571-17182879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72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5C10-24F1-5B13-B967-59D312D1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4C1B2C-111C-C925-BB26-2AF56FA3DB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FC9B44-C54E-633A-C8F4-C2C8D4E5A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2F9700-DE07-09E4-C3B6-4EFCF9AD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3553C-E1F9-AE4D-B732-D37E7220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F0105C-599B-D07A-B64D-1C528F9B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57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232745-C760-55C3-870B-0D0EA197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F77469-64AA-A905-3449-0C2F0BAAB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6D513-E400-BFD7-76BF-B5DB5618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F1679-B99C-F8DA-EA15-5A9FEB3B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765705-2EC2-3523-C53C-39DB15ED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97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D07C39-B54E-439D-AB07-A265BB273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CBB504-365F-E0EB-3D3C-01C74A4D2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18860-D6D7-A7A1-9F68-A5F45DED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AD1322-73D6-5699-4A02-E5539673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5CFDD0-545B-C618-A2D3-58E85C90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9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62313A-C260-7CBD-A37E-01D5B546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4E3822-D621-BC61-0545-675573FD6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A3E6DA-D538-048D-49DE-C61249EB3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4235B-3825-430E-96C8-3C5A3B71AEF7}" type="datetimeFigureOut">
              <a:rPr lang="ko-KR" altLang="en-US" smtClean="0"/>
              <a:t>2025-05-26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AC2FD-B2A7-106D-AA6C-AB087EA2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79260-C22C-953F-69ED-17E16C25B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4C7FA-CB87-4503-84A2-72CEC5A67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6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7B8EDD-A1DC-B436-3A20-74930C6A33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B470C2-C9A0-CC4E-F4D4-803F68C2BB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4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150년 경, 서하.">
            <a:extLst>
              <a:ext uri="{FF2B5EF4-FFF2-40B4-BE49-F238E27FC236}">
                <a16:creationId xmlns:a16="http://schemas.microsoft.com/office/drawing/2014/main" id="{9688F9A9-4D84-CF29-CC86-C2E88CB5A5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90" y="0"/>
            <a:ext cx="10266192" cy="686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E67D415-2D0E-7100-5F9E-40B66547F6EA}"/>
              </a:ext>
            </a:extLst>
          </p:cNvPr>
          <p:cNvCxnSpPr/>
          <p:nvPr/>
        </p:nvCxnSpPr>
        <p:spPr>
          <a:xfrm>
            <a:off x="8293866" y="346120"/>
            <a:ext cx="606391" cy="12897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3C839CF-7E25-B2D0-B5D8-86EF57691F65}"/>
              </a:ext>
            </a:extLst>
          </p:cNvPr>
          <p:cNvCxnSpPr/>
          <p:nvPr/>
        </p:nvCxnSpPr>
        <p:spPr>
          <a:xfrm>
            <a:off x="8169175" y="346119"/>
            <a:ext cx="606391" cy="12897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EC03424-C98D-BDC9-F0F6-D6EE66A3766E}"/>
              </a:ext>
            </a:extLst>
          </p:cNvPr>
          <p:cNvCxnSpPr>
            <a:cxnSpLocks/>
          </p:cNvCxnSpPr>
          <p:nvPr/>
        </p:nvCxnSpPr>
        <p:spPr>
          <a:xfrm flipH="1">
            <a:off x="8293866" y="1838036"/>
            <a:ext cx="481700" cy="181272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9307D2-D452-25F5-A127-EA5D592AF723}"/>
              </a:ext>
            </a:extLst>
          </p:cNvPr>
          <p:cNvSpPr txBox="1"/>
          <p:nvPr/>
        </p:nvSpPr>
        <p:spPr>
          <a:xfrm>
            <a:off x="8772056" y="610117"/>
            <a:ext cx="2464136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3200" dirty="0"/>
              <a:t>1207</a:t>
            </a:r>
            <a:r>
              <a:rPr lang="ko-KR" altLang="en-US" sz="3200" dirty="0"/>
              <a:t>년 침공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A19020-9CDA-2195-D94C-4D6918D036C2}"/>
              </a:ext>
            </a:extLst>
          </p:cNvPr>
          <p:cNvSpPr txBox="1"/>
          <p:nvPr/>
        </p:nvSpPr>
        <p:spPr>
          <a:xfrm>
            <a:off x="5915531" y="2159623"/>
            <a:ext cx="2464136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3200" dirty="0">
                <a:solidFill>
                  <a:schemeClr val="accent2"/>
                </a:solidFill>
              </a:rPr>
              <a:t>1209</a:t>
            </a:r>
            <a:r>
              <a:rPr lang="ko-KR" altLang="en-US" sz="3200" dirty="0">
                <a:solidFill>
                  <a:schemeClr val="accent2"/>
                </a:solidFill>
              </a:rPr>
              <a:t>년 정벌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EC60C-8B15-CEEC-4E94-E5F4717A0A33}"/>
              </a:ext>
            </a:extLst>
          </p:cNvPr>
          <p:cNvSpPr txBox="1"/>
          <p:nvPr/>
        </p:nvSpPr>
        <p:spPr>
          <a:xfrm>
            <a:off x="1027081" y="374406"/>
            <a:ext cx="7206195" cy="769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4400" dirty="0" err="1"/>
              <a:t>서하</a:t>
            </a:r>
            <a:r>
              <a:rPr lang="ko-KR" altLang="en-US" sz="4400" dirty="0"/>
              <a:t> 침공 </a:t>
            </a:r>
            <a:r>
              <a:rPr lang="en-US" altLang="ko-KR" sz="4400" dirty="0"/>
              <a:t>&amp; </a:t>
            </a:r>
            <a:r>
              <a:rPr lang="ko-KR" altLang="en-US" sz="4400" dirty="0"/>
              <a:t>정벌</a:t>
            </a:r>
            <a:r>
              <a:rPr lang="en-US" altLang="ko-KR" sz="4400" dirty="0"/>
              <a:t>(2</a:t>
            </a:r>
            <a:r>
              <a:rPr lang="ko-KR" altLang="en-US" sz="4400" dirty="0"/>
              <a:t>차</a:t>
            </a:r>
            <a:r>
              <a:rPr lang="en-US" altLang="ko-KR" sz="4400" dirty="0"/>
              <a:t>, 3</a:t>
            </a:r>
            <a:r>
              <a:rPr lang="ko-KR" altLang="en-US" sz="4400" dirty="0"/>
              <a:t>차</a:t>
            </a:r>
            <a:r>
              <a:rPr lang="en-US" altLang="ko-KR" sz="4400" dirty="0"/>
              <a:t>)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37197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E52A8-361E-318D-E3CF-3C1E1C26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A64E3-236E-D003-5D61-31EB6D2F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6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 Baove</dc:creator>
  <cp:lastModifiedBy>Labor Baove</cp:lastModifiedBy>
  <cp:revision>2</cp:revision>
  <dcterms:created xsi:type="dcterms:W3CDTF">2025-05-26T08:55:46Z</dcterms:created>
  <dcterms:modified xsi:type="dcterms:W3CDTF">2025-05-26T09:01:51Z</dcterms:modified>
</cp:coreProperties>
</file>